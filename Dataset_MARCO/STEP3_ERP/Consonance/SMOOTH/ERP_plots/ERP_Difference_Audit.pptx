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removePersonalInfoOnSave="1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10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 ?>
<Relationships xmlns="http://schemas.openxmlformats.org/package/2006/relationships">
  <Relationship Id="rId1" Target="slideMasters/slideMaster1.xml" Type="http://schemas.openxmlformats.org/officeDocument/2006/relationships/slideMaster"/>
  <Relationship Id="rId10" Target="slides/slide5.xml" Type="http://schemas.openxmlformats.org/officeDocument/2006/relationships/slide"/>
  <Relationship Id="rId11" Target="slides/slide6.xml" Type="http://schemas.openxmlformats.org/officeDocument/2006/relationships/slide"/>
  <Relationship Id="rId12" Target="slides/slide7.xml" Type="http://schemas.openxmlformats.org/officeDocument/2006/relationships/slide"/>
  <Relationship Id="rId13" Target="slides/slide8.xml" Type="http://schemas.openxmlformats.org/officeDocument/2006/relationships/slide"/>
  <Relationship Id="rId14" Target="slides/slide9.xml" Type="http://schemas.openxmlformats.org/officeDocument/2006/relationships/slide"/>
  <Relationship Id="rId15" Target="slides/slide10.xml" Type="http://schemas.openxmlformats.org/officeDocument/2006/relationships/slide"/>
  <Relationship Id="rId16" Target="slides/slide11.xml" Type="http://schemas.openxmlformats.org/officeDocument/2006/relationships/slide"/>
  <Relationship Id="rId17" Target="slides/slide12.xml" Type="http://schemas.openxmlformats.org/officeDocument/2006/relationships/slide"/>
  <Relationship Id="rId18" Target="slides/slide13.xml" Type="http://schemas.openxmlformats.org/officeDocument/2006/relationships/slide"/>
  <Relationship Id="rId19" Target="slides/slide14.xml" Type="http://schemas.openxmlformats.org/officeDocument/2006/relationships/slide"/>
  <Relationship Id="rId2" Target="presProps.xml" Type="http://schemas.openxmlformats.org/officeDocument/2006/relationships/presProps"/>
  <Relationship Id="rId20" Target="slides/slide15.xml" Type="http://schemas.openxmlformats.org/officeDocument/2006/relationships/slide"/>
  <Relationship Id="rId21" Target="slides/slide16.xml" Type="http://schemas.openxmlformats.org/officeDocument/2006/relationships/slide"/>
  <Relationship Id="rId22" Target="slides/slide17.xml" Type="http://schemas.openxmlformats.org/officeDocument/2006/relationships/slide"/>
  <Relationship Id="rId23" Target="slides/slide18.xml" Type="http://schemas.openxmlformats.org/officeDocument/2006/relationships/slide"/>
  <Relationship Id="rId24" Target="slides/slide19.xml" Type="http://schemas.openxmlformats.org/officeDocument/2006/relationships/slide"/>
  <Relationship Id="rId25" Target="slides/slide20.xml" Type="http://schemas.openxmlformats.org/officeDocument/2006/relationships/slide"/>
  <Relationship Id="rId26" Target="slides/slide21.xml" Type="http://schemas.openxmlformats.org/officeDocument/2006/relationships/slide"/>
  <Relationship Id="rId27" Target="slides/slide22.xml" Type="http://schemas.openxmlformats.org/officeDocument/2006/relationships/slide"/>
  <Relationship Id="rId28" Target="slides/slide23.xml" Type="http://schemas.openxmlformats.org/officeDocument/2006/relationships/slide"/>
  <Relationship Id="rId3" Target="viewProps.xml" Type="http://schemas.openxmlformats.org/officeDocument/2006/relationships/viewProps"/>
  <Relationship Id="rId4" Target="theme/theme1.xml" Type="http://schemas.openxmlformats.org/officeDocument/2006/relationships/theme"/>
  <Relationship Id="rId5" Target="tableStyles.xml" Type="http://schemas.openxmlformats.org/officeDocument/2006/relationships/tableStyles"/>
  <Relationship Id="rId6" Target="slides/slide1.xml" Type="http://schemas.openxmlformats.org/officeDocument/2006/relationships/slide"/>
  <Relationship Id="rId7" Target="slides/slide2.xml" Type="http://schemas.openxmlformats.org/officeDocument/2006/relationships/slide"/>
  <Relationship Id="rId8" Target="slides/slide3.xml" Type="http://schemas.openxmlformats.org/officeDocument/2006/relationships/slide"/>
  <Relationship Id="rId9" Target="slides/slide4.xml" Type="http://schemas.openxmlformats.org/officeDocument/2006/relationships/slide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773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Left Content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Left Text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eft Content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ight Text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ight Content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8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705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841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033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44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69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028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45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able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135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75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07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0738b8cf-3e5b-4459-bb4b-2c011db0a1a9.png" Type="http://schemas.openxmlformats.org/officeDocument/2006/relationships/image"/>
</Relationships>

</file>

<file path=ppt/slides/_rels/slide2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6dbe3c43-765c-43f6-bb0c-4d0c9a5e5c80.png" Type="http://schemas.openxmlformats.org/officeDocument/2006/relationships/image"/>
</Relationships>

</file>

<file path=ppt/slides/_rels/slide3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1752bd39-4614-47ff-8fa8-08f6d435d224.png" Type="http://schemas.openxmlformats.org/officeDocument/2006/relationships/image"/>
</Relationships>

</file>

<file path=ppt/slides/_rels/slide4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8d0ed1da-eba5-4f6b-99c4-18e3925551e0.png" Type="http://schemas.openxmlformats.org/officeDocument/2006/relationships/image"/>
</Relationships>

</file>

<file path=ppt/slides/_rels/slide5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890da68d-ac30-4e07-bcc8-6516e99c6436.png" Type="http://schemas.openxmlformats.org/officeDocument/2006/relationships/image"/>
</Relationships>

</file>

<file path=ppt/slides/_rels/slide6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ac220d64-b9b4-4d95-8f74-c471063d9a82.png" Type="http://schemas.openxmlformats.org/officeDocument/2006/relationships/image"/>
</Relationships>

</file>

<file path=ppt/slides/_rels/slide7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363e4e6e-a404-4b96-a496-22a191dd11f6.png" Type="http://schemas.openxmlformats.org/officeDocument/2006/relationships/image"/>
</Relationships>

</file>

<file path=ppt/slides/_rels/slide8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cc3e358d-11a0-43a2-8a57-5dcd55c07784.png" Type="http://schemas.openxmlformats.org/officeDocument/2006/relationships/image"/>
</Relationships>

</file>

<file path=ppt/slides/_rels/slide9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a2d58e4f-fa2c-4bb2-81fc-cec42f9df0c8.png" Type="http://schemas.openxmlformats.org/officeDocument/2006/relationships/image"/>
</Relationships>

</file>

<file path=ppt/slides/_rels/slide10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1dabb306-3a7d-45cb-8fac-6f572fb0d3a3.png" Type="http://schemas.openxmlformats.org/officeDocument/2006/relationships/image"/>
</Relationships>

</file>

<file path=ppt/slides/_rels/slide11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383f8ba0-8952-4f02-bb04-7a1d69b067eb.png" Type="http://schemas.openxmlformats.org/officeDocument/2006/relationships/image"/>
</Relationships>

</file>

<file path=ppt/slides/_rels/slide12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8d4d6c81-e385-46e8-88b2-2fb4bfe0e3ee.png" Type="http://schemas.openxmlformats.org/officeDocument/2006/relationships/image"/>
</Relationships>

</file>

<file path=ppt/slides/_rels/slide13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cec7a49a-a71b-48dd-a5b2-33c2b565d291.png" Type="http://schemas.openxmlformats.org/officeDocument/2006/relationships/image"/>
</Relationships>

</file>

<file path=ppt/slides/_rels/slide14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50a4e9b9-891a-41be-8a27-0b1f523d5787.png" Type="http://schemas.openxmlformats.org/officeDocument/2006/relationships/image"/>
</Relationships>

</file>

<file path=ppt/slides/_rels/slide15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a43c42ca-239a-4020-bef5-8f2c52f41e0a.png" Type="http://schemas.openxmlformats.org/officeDocument/2006/relationships/image"/>
</Relationships>

</file>

<file path=ppt/slides/_rels/slide16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80c4eafe-9a34-4f5b-b01b-f00af29bf6c2.png" Type="http://schemas.openxmlformats.org/officeDocument/2006/relationships/image"/>
</Relationships>

</file>

<file path=ppt/slides/_rels/slide17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1ff30e4e-b5ac-4425-91f4-258f39fc82ea.png" Type="http://schemas.openxmlformats.org/officeDocument/2006/relationships/image"/>
</Relationships>

</file>

<file path=ppt/slides/_rels/slide18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f470a938-72ed-4960-b291-5e68cf4b695b.png" Type="http://schemas.openxmlformats.org/officeDocument/2006/relationships/image"/>
</Relationships>

</file>

<file path=ppt/slides/_rels/slide19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e3930342-1d50-48d9-942b-37cd8332e5e6.png" Type="http://schemas.openxmlformats.org/officeDocument/2006/relationships/image"/>
</Relationships>

</file>

<file path=ppt/slides/_rels/slide20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4136096c-df4e-448c-87f1-5924beb63102.png" Type="http://schemas.openxmlformats.org/officeDocument/2006/relationships/image"/>
</Relationships>

</file>

<file path=ppt/slides/_rels/slide21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7f28d927-2542-485e-ad7f-8a09aee98844.png" Type="http://schemas.openxmlformats.org/officeDocument/2006/relationships/image"/>
</Relationships>

</file>

<file path=ppt/slides/_rels/slide22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f6ebd80e-277f-47d2-8354-f22023f06792.png" Type="http://schemas.openxmlformats.org/officeDocument/2006/relationships/image"/>
</Relationships>

</file>

<file path=ppt/slides/_rels/slide23.xml.rels><?xml version="1.0" encoding="UTF-8" standalone="yes" ?>
<Relationships xmlns="http://schemas.openxmlformats.org/package/2006/relationships">
  <Relationship Id="rId1" Target="../slideLayouts/slideLayout1.xml" Type="http://schemas.openxmlformats.org/officeDocument/2006/relationships/slideLayout"/>
</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ROI: AllChannels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14400"/>
            <a:ext cx="67247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ROI: Central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14400"/>
            <a:ext cx="67247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ROI: ERAN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14400"/>
            <a:ext cx="67247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ROI: ERAN_CORE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14400"/>
            <a:ext cx="67247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ROI: ERAN_RIGHT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14400"/>
            <a:ext cx="67247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ROI: Frontal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14400"/>
            <a:ext cx="67247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ROI: FrontoCentral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14400"/>
            <a:ext cx="67247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ROI: Generic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14400"/>
            <a:ext cx="67247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ROI: MMN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14400"/>
            <a:ext cx="67247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ROI: N5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14400"/>
            <a:ext cx="67247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ROI: N5_CENTRAL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14400"/>
            <a:ext cx="67247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ROI: N5_FRONT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14400"/>
            <a:ext cx="67247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ROI: Occipital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14400"/>
            <a:ext cx="67247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ROI: Parietal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14400"/>
            <a:ext cx="67247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ROI: ParietoCentral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14400"/>
            <a:ext cx="67247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ROI: SPN_CENTRAL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14400"/>
            <a:ext cx="67247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ROI: SPN_FRONTAL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14400"/>
            <a:ext cx="67247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ROI: SPN_GLOBAL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14400"/>
            <a:ext cx="67247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ROI: SPN_POSTERIOR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14400"/>
            <a:ext cx="67247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ROI: Temporal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14400"/>
            <a:ext cx="67247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ROI: aMMN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14400"/>
            <a:ext cx="67247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ROI: afMMN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14400"/>
            <a:ext cx="67247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/>
          <a:p>
            <a:r>
              <a:t>ERP Difference ROI Audit</a:t>
            </a:r>
          </a:p>
        </p:txBody>
      </p:sp>
      <p:sp>
        <p:nvSpPr>
          <p:cNvPr id="3" name="Subtitle"/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t>Total ROI: 22</a:t>
            </a:r>
          </a:p>
        </p:txBody>
      </p:sp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.potx" id="{4DAAD9BA-8E58-4898-BC8A-99302C4F06E1}" vid="{BA943B1D-2A1C-434D-B720-D47753C609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9</cp:revision>
  <dcterms:created xsi:type="dcterms:W3CDTF">2014-10-29T15:36:00Z</dcterms:created>
  <dcterms:modified xsi:type="dcterms:W3CDTF">2019-03-21T19:04:45Z</dcterms:modified>
</cp:coreProperties>
</file>